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702839137440a6" /><Relationship Type="http://schemas.openxmlformats.org/officeDocument/2006/relationships/extended-properties" Target="/docProps/app.xml" Id="Rf9f2701c62b04ea1" /><Relationship Type="http://schemas.openxmlformats.org/officeDocument/2006/relationships/officeDocument" Target="/ppt/presentation.xml" Id="Rc9904455b1964d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4768d4b7b44147"/>
  </p:sldMasterIdLst>
  <p:notesMasterIdLst>
    <p:notesMasterId xmlns:r="http://schemas.openxmlformats.org/officeDocument/2006/relationships" r:id="Rea62f72ffb7147e0"/>
  </p:notesMasterIdLst>
  <p:sldIdLst>
    <p:sldId xmlns:r="http://schemas.openxmlformats.org/officeDocument/2006/relationships" id="256" r:id="Re8332a63afa64ac0"/>
    <p:sldId xmlns:r="http://schemas.openxmlformats.org/officeDocument/2006/relationships" id="257" r:id="R4f61730023594ec9"/>
    <p:sldId xmlns:r="http://schemas.openxmlformats.org/officeDocument/2006/relationships" id="258" r:id="Rb7e3111b459f4f60"/>
    <p:sldId xmlns:r="http://schemas.openxmlformats.org/officeDocument/2006/relationships" id="259" r:id="R1aa2625bc3a1456f"/>
    <p:sldId xmlns:r="http://schemas.openxmlformats.org/officeDocument/2006/relationships" id="260" r:id="R0601f0f9329d45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85954bc0494fc0" /><Relationship Type="http://schemas.openxmlformats.org/officeDocument/2006/relationships/slideMaster" Target="/ppt/slideMasters/slideMaster1.xml" Id="Ra54768d4b7b44147" /><Relationship Type="http://schemas.openxmlformats.org/officeDocument/2006/relationships/notesMaster" Target="/ppt/notesMasters/notesMaster1.xml" Id="Rea62f72ffb7147e0" /><Relationship Type="http://schemas.openxmlformats.org/officeDocument/2006/relationships/presProps" Target="/ppt/presProps.xml" Id="R91b0f0635c674555" /><Relationship Type="http://schemas.openxmlformats.org/officeDocument/2006/relationships/tableStyles" Target="/ppt/tableStyles.xml" Id="R3b6dfef5c72d4cba" /><Relationship Type="http://schemas.openxmlformats.org/officeDocument/2006/relationships/slide" Target="/ppt/slides/slide1.xml" Id="Re8332a63afa64ac0" /><Relationship Type="http://schemas.openxmlformats.org/officeDocument/2006/relationships/slide" Target="/ppt/slides/slide2.xml" Id="R4f61730023594ec9" /><Relationship Type="http://schemas.openxmlformats.org/officeDocument/2006/relationships/slide" Target="/ppt/slides/slide3.xml" Id="Rb7e3111b459f4f60" /><Relationship Type="http://schemas.openxmlformats.org/officeDocument/2006/relationships/slide" Target="/ppt/slides/slide4.xml" Id="R1aa2625bc3a1456f" /><Relationship Type="http://schemas.openxmlformats.org/officeDocument/2006/relationships/slide" Target="/ppt/slides/slide5.xml" Id="R0601f0f9329d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e40b36a412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2484cb9974283" /><Relationship Type="http://schemas.openxmlformats.org/officeDocument/2006/relationships/notesMaster" Target="/ppt/notesMasters/notesMaster1.xml" Id="Rc38c98a814954f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f526a648cd4e37" /><Relationship Type="http://schemas.openxmlformats.org/officeDocument/2006/relationships/notesMaster" Target="/ppt/notesMasters/notesMaster1.xml" Id="Rd2ed5ec1c29844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78b32b5b74be6" /><Relationship Type="http://schemas.openxmlformats.org/officeDocument/2006/relationships/notesMaster" Target="/ppt/notesMasters/notesMaster1.xml" Id="R21a31adc52104a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d3c13f4f324a8e" /><Relationship Type="http://schemas.openxmlformats.org/officeDocument/2006/relationships/notesMaster" Target="/ppt/notesMasters/notesMaster1.xml" Id="Rc5c5fdf4dbf74a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18ba970a694ffa" /><Relationship Type="http://schemas.openxmlformats.org/officeDocument/2006/relationships/notesMaster" Target="/ppt/notesMasters/notesMaster1.xml" Id="R144e991f43df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this project’s frontend and backend implementation. The deck describes the current prototype and its deterministic demo, not a claim of certified physical-disk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src/components/UploadScanView.tsx; src/services/recoveryApi.ts; backend_fastapi/main.py; backend_fastapi/forensic/pipeline.py; backend_fastapi/forensic/forensic_validator.py; backend_fastapi/forensic/hashes.py. The demo route generates a sample in a temporary directory, runs the same forensic pipeline, and stores the recovered output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backend_fastapi/forensic/fragment_classifier.py; backend_fastapi/forensic/fragment_reassembler.py; backend_fastapi/recovery/fragment_engine.py; backend_fastapi/recovery/ml_fragment_ranker.py; backend_fastapi/train_fragment_model.py. The Random Forest training examples are synthetic, and the shipped pipeline does not claim a trained model is enabled.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backend_fastapi/forensic/evidence_scorer.py; backend_fastapi/forensic/pipeline.py; backend_fastapi/forensic/audit_log.py; backend_fastapi/main.py. Integrity and recovery scores are separate, factor-based assessments; they do not certify that missing information was recovered.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backend_fastapi/create_test_data.py; backend_fastapi/forensic/pipeline.py (_attempt_structural_recovery and _jpeg_loads); backend_fastapi/main.py (/api/forensic/demo); src/components/UploadScanView.tsx; src/services/recoveryApi.ts. The demo is synthetic and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fc79e7c114b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54caff9fa4c79" /><Relationship Type="http://schemas.openxmlformats.org/officeDocument/2006/relationships/slideLayout" Target="/ppt/slideLayouts/slideLayout1.xml" Id="Rcad49c1c71ba43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49c1c71ba43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516f39cb840e9" /><Relationship Type="http://schemas.openxmlformats.org/officeDocument/2006/relationships/notesSlide" Target="/ppt/notesSlides/notesSlide1.xml" Id="Ra1f4832b868843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d20c1ce224db8" /><Relationship Type="http://schemas.openxmlformats.org/officeDocument/2006/relationships/notesSlide" Target="/ppt/notesSlides/notesSlide2.xml" Id="R84e1e871a9334c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7e8025e1d4ca4" /><Relationship Type="http://schemas.openxmlformats.org/officeDocument/2006/relationships/notesSlide" Target="/ppt/notesSlides/notesSlide3.xml" Id="R77f3f1f110634a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0983e9bbc4adf" /><Relationship Type="http://schemas.openxmlformats.org/officeDocument/2006/relationships/notesSlide" Target="/ppt/notesSlides/notesSlide4.xml" Id="R4278a1f9de3f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e5bb096e4fdb" /><Relationship Type="http://schemas.openxmlformats.org/officeDocument/2006/relationships/notesSlide" Target="/ppt/notesSlides/notesSlide5.xml" Id="R252d53bf6cc74d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7F1FE-8418-4C67-8449-4F8EE7DB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56260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0B1927"/>
          </a:solidFill>
          <a:ln xmlns:a="http://schemas.openxmlformats.org/drawingml/2006/main" w="11430">
            <a:solidFill>
              <a:srgbClr val="2544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0146D-6B5B-4D1B-B3B1-47B88F0A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"/>
            <a:ext cx="0" cy="480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D5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84588-B85E-4DE0-826B-D4ED4A2B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001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CALMSTACKS 24H HACKATHON  /  CYBERSECURITY &amp;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96113-8127-4DDE-B5C8-D08C8799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6690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55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AI-Assisted Intelligent</a:t>
            </a:r>
          </a:p>
          <a:p xmlns:a="http://schemas.openxmlformats.org/drawingml/2006/main">
            <a:pPr algn="l">
              <a:defRPr sz="4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Data 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52A23-067F-4A3A-A55C-D8D5521B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Digital evidence reconstruction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6A63E-45B2-4FE9-B8CC-0C61932C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838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A read-only prototype that identifies damaged evidence, attempts bounded reconstruction, validates outputs, and records hashes.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BF970-22C0-4E9C-BE6D-67A7BA5C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24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D9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D9A5"/>
                </a:solidFill>
                <a:latin typeface="Arial"/>
                <a:ea typeface="Arial"/>
                <a:cs typeface="Arial"/>
              </a:rPr>
              <a:t>ReCoveryAI</a:t>
            </a:r>
          </a:p>
        </p:txBody>
      </p:sp>
    </p:spTree>
    <p:extLst>
      <p:ext uri="{BB962C8B-B14F-4D97-AF65-F5344CB8AC3E}">
        <p14:creationId xmlns:p14="http://schemas.microsoft.com/office/powerpoint/2010/main" val="2139557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D2B402-E625-4BA3-B734-B545B9D8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ReCoveryAI  /  CALMSTACKS 24H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20BB3-35A1-44CB-8B9D-7DAFF787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Prototype processing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045A1-A1A9-453A-8A5C-963510FC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5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457F9-2408-4706-99B5-6F6E46DF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91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91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2E770-D516-4E1A-A965-8CEE1A24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6CA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8771F-25EF-442A-935B-15C578F6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A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A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EDA22-EB5A-429F-B8FE-73DB194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Evidence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0EC07-AE8E-4E45-BFB4-F609901C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User file or</a:t>
            </a:r>
          </a:p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deterministic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3C435-D2D8-4408-AF75-A0A4CA9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575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84C4A-9913-489A-B3B5-9DC10C92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55D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232A5-D63B-42C1-BE06-CCD79CF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812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6E520-530A-42A1-89B3-1934556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33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4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Preserve &amp; hash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91EEF-C913-4A9E-A270-40728DE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43275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Read source bytes;</a:t>
            </a:r>
          </a:p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compute 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4A4E8-60DD-4BB8-B9B1-0D3147EF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575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CD843-6B2C-4CFE-817C-F56CD5BB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2887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F0C4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F3B49-01C9-4DE2-B209-AE56FF0F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812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C4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C4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FB842-6EC6-41D1-A7A5-217E9BA6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33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Identify damage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7A5B8-8D90-4EC8-B70A-5499DAE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43275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Magic signatures;</a:t>
            </a:r>
          </a:p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format diagnostics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24269-DB20-4760-A0A8-EE628EB7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575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41463-DF5D-42D6-AEE4-89ED297D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2887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64D9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90A93-20E8-4EE2-9F63-D1A00692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812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D9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D9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DC0A5-74DC-48F6-B709-7EBCD835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33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21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Recover &amp; 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35003-4A1D-406B-A086-54B9BC1D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43275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778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Bounded repair;</a:t>
            </a:r>
          </a:p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parser / decoder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2711B-BF69-4A7F-BAA5-38508F8B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C8B70-B393-4A3C-BD58-F104F90D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28875"/>
            <a:ext cx="19431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6CA9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4DE53-F51D-4DFE-AC79-24EBCAA9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812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A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A9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F4A28-7D6C-40E8-AAEA-CCA66ACE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337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Case 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75807A-81B3-401D-B803-85991EC6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43275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8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Separate recovered file,</a:t>
            </a:r>
          </a:p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hashes, dashboard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7D1FB-4FEB-4454-8167-4CC1341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D9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4D9A5"/>
                </a:solidFill>
                <a:latin typeface="Arial"/>
                <a:ea typeface="Arial"/>
                <a:cs typeface="Arial"/>
              </a:rPr>
              <a:t>Original evidence stays unchanged. Recovered bytes are written to a separate output.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79AD0-3D02-43FB-BEA3-C6AB1E55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Frontend: React + TypeScript  ·  API: FastAPI  ·  Recovery: Python signature and format pipeline</a:t>
            </a:r>
          </a:p>
        </p:txBody>
      </p:sp>
    </p:spTree>
    <p:extLst>
      <p:ext uri="{BB962C8B-B14F-4D97-AF65-F5344CB8AC3E}">
        <p14:creationId xmlns:p14="http://schemas.microsoft.com/office/powerpoint/2010/main" val="5797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34165-C3C0-4A7A-8F97-4EB9634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ReCoveryAI  /  CALMSTACKS 24H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34603-A595-4F8D-97F1-4E006E7F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Identification and reconstruction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7F160-E95C-45E2-9FCA-59AF8124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5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F8CF7-DA4B-4B8B-B6A1-1AC123CD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91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91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10FE5-3F23-45DC-A42C-0A81B16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55D5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81132-E01E-459A-8C6E-CFB362BB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A65A4-29D9-4A5A-98BA-58C70AD9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876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9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Known format signatures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Entropy and printable-byte measures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Format-specific corruption indicators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5CB46-0397-4CC5-90C1-B02B55D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6CA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E39EA-681F-4AB6-B1AD-EBB42F4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CA9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CA9FF"/>
                </a:solidFill>
                <a:latin typeface="Arial"/>
                <a:ea typeface="Arial"/>
                <a:cs typeface="Arial"/>
              </a:rPr>
              <a:t>Reconstruct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4CA05-0ABD-4781-B0E8-0D2C19E0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876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4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Order fragments by physical offset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Apply bounded format repair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Never invent missing payload bytes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9551F-03AB-4820-A6B6-B450EBAA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F0C4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4A0FC-1136-4A02-97E8-48845B7D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C4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C477"/>
                </a:solidFill>
                <a:latin typeface="Arial"/>
                <a:ea typeface="Arial"/>
                <a:cs typeface="Arial"/>
              </a:rPr>
              <a:t>Rank &amp;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6213E-6A9E-4C7D-B103-55EA4C28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8765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915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Score boundary, entropy, transition, and sector alignment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Validate signature, parser, and decoder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Keep confidence separate from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4B229-BFA0-4B65-814B-1ABFF32A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4D9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4D9A5"/>
                </a:solidFill>
                <a:latin typeface="Arial"/>
                <a:ea typeface="Arial"/>
                <a:cs typeface="Arial"/>
              </a:rPr>
              <a:t>Model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9BC54-A573-4FA5-BCC9-7D0C97AE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8915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The active path is explainable, rule-based analysis. An optional Random Forest ranker exists in code, but no trained model is loaded by default; CNN classification is unavailable and falls back to signatures.</a:t>
            </a:r>
          </a:p>
        </p:txBody>
      </p:sp>
    </p:spTree>
    <p:extLst>
      <p:ext uri="{BB962C8B-B14F-4D97-AF65-F5344CB8AC3E}">
        <p14:creationId xmlns:p14="http://schemas.microsoft.com/office/powerpoint/2010/main" val="1208380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CEAEC-81D6-4ACC-A0F7-78898F9C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ReCoveryAI  /  CALMSTACKS 24H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571F1-DE3B-44AD-AA44-2D4FC1B1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Integrity, confidence, and audit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263E3-B28D-437B-8242-D5D5CB6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5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43123-0372-49D0-98D7-80559681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91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91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B7EBA-343A-48CF-9AB3-157C9D83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55D5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88923-6F92-46F8-983E-14E2DFB0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3149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234"/>
          </a:solidFill>
          <a:ln xmlns:a="http://schemas.openxmlformats.org/drawingml/2006/main" w="11430">
            <a:solidFill>
              <a:srgbClr val="64D9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CB40E-72B5-4070-9514-4F88E67E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Integrity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C490A-19E3-414B-A777-09D048B4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Signature check</a:t>
            </a:r>
          </a:p>
          <a:p xmlns:a="http://schemas.openxmlformats.org/drawingml/2006/main">
            <a:pPr algn="l">
              <a:defRPr sz="187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Parser / decoder result</a:t>
            </a:r>
          </a:p>
          <a:p xmlns:a="http://schemas.openxmlformats.org/drawingml/2006/main">
            <a:pPr algn="l">
              <a:defRPr sz="187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Share of original bytes preserved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19C37-4311-4B31-B178-5E19504C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D9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4D9A5"/>
                </a:solidFill>
                <a:latin typeface="Arial"/>
                <a:ea typeface="Arial"/>
                <a:cs typeface="Arial"/>
              </a:rPr>
              <a:t>Recovery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528DE-5864-4DCB-8A1C-24649378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4572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Surviving data</a:t>
            </a:r>
          </a:p>
          <a:p xmlns:a="http://schemas.openxmlformats.org/drawingml/2006/main">
            <a:pPr algn="l">
              <a:defRPr sz="187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Successful reconstruction</a:t>
            </a:r>
          </a:p>
          <a:p xmlns:a="http://schemas.openxmlformats.org/drawingml/2006/main">
            <a:pPr algn="l">
              <a:defRPr sz="187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Format validation</a:t>
            </a:r>
          </a:p>
          <a:p xmlns:a="http://schemas.openxmlformats.org/drawingml/2006/main">
            <a:pPr algn="l">
              <a:defRPr sz="1875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Fragment-order score when available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E9A5E-28EF-4B10-A512-AF1EDEA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0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Evidence records include source and output SHA-256, scan notes, recovery status, and a separate output artifact.</a:t>
            </a:r>
          </a:p>
        </p:txBody>
      </p:sp>
    </p:spTree>
    <p:extLst>
      <p:ext uri="{BB962C8B-B14F-4D97-AF65-F5344CB8AC3E}">
        <p14:creationId xmlns:p14="http://schemas.microsoft.com/office/powerpoint/2010/main" val="142017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CC74C-172D-49EC-BDC8-926863FC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ReCoveryAI  /  CALMSTACKS 24H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17C81-0B42-4696-A6FA-4313686F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1ACA4-D566-4EF3-BA61-3284BEF3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54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3BC57-1831-48C9-958F-7E6CAB69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91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91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BD062-9E27-4F9D-B52F-E3968020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EBB5B-FF5F-42F7-834A-7666F9FB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119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 deterministic JPEG generated by the backend fixture script and truncated before its EOI marker.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7DA3F-718D-400B-82B2-B7DC8A77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D9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D9A5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04364-B93A-46BF-A4DE-934E7271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5181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The pipeline appends the missing marker only when the candidate decodes; it records source and output hashes and the validator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9D1AD-B50E-4B42-895E-7C8315DA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54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6561A-FED0-488E-B968-926F45E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D5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D5E8"/>
                </a:solidFill>
                <a:latin typeface="Arial"/>
                <a:ea typeface="Arial"/>
                <a:cs typeface="Arial"/>
              </a:rPr>
              <a:t>Run the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94229-209F-4301-9675-08F95667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908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3D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3C3D0"/>
                </a:solidFill>
                <a:latin typeface="Arial"/>
                <a:ea typeface="Arial"/>
                <a:cs typeface="Arial"/>
              </a:rPr>
              <a:t>cd backend_fastapi  ·  uvicorn main:app --host 0.0.0.0 --port 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C0F72-621E-407D-BF0E-6209035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Open the web app, choose Upload &amp; Scan, then select “Execute Corrupted JPEG Demo.” The recovered artifact appears in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136757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2026-09-25T18:13:25.8730000Z</dcterms:created>
  <dcterms:modified xsi:type="dcterms:W3CDTF">2026-09-25T18:13:25.8730000Z</dcterms:modified>
</coreProperties>
</file>